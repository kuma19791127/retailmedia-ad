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次世代リテールメディアシステム</a:t>
            </a:r>
          </a:p>
          <a:p>
            <a:r>
              <a:t>(LiteAd / Connect)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次世代ビジネスモデル＆事業計画資料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現在のリテールメディアの課題と限界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単一企業のネットワークの限界</a:t>
            </a:r>
          </a:p>
          <a:p>
            <a:r>
              <a:t>（1企業だけだと限定的な効果しか発揮できず広告主にスケールメリットがない）</a:t>
            </a:r>
          </a:p>
          <a:p>
            <a:r>
              <a:t>2. 既存サイネージの効果が不透明</a:t>
            </a:r>
            <a:br/>
            <a:r>
              <a:t>（放映が実際の「POS売上」に直結しているかが不明）</a:t>
            </a:r>
          </a:p>
          <a:p>
            <a:r>
              <a:t>3. クリエイターの「オフライン収益源」の欠如</a:t>
            </a:r>
            <a:br/>
            <a:r>
              <a:t>（良質なコンテンツが流れないため、売り場サイネージがすぐ陳腐化する）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解決策: 小売ネットワーク×クリエイター統合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・圧倒的なスケールメリット</a:t>
            </a:r>
          </a:p>
          <a:p>
            <a:r>
              <a:t>  多くの小売り企業が参加するネットワークにより、YouTubeのような自由で広範な配信環境を構築。</a:t>
            </a:r>
          </a:p>
          <a:p>
            <a:r>
              <a:t>・チャンネル許諾済みのYouTube等コンテンツ活用</a:t>
            </a:r>
            <a:br/>
            <a:r>
              <a:t>  クリエイターに高いリターンを還元し、常に新鮮で魅力的な動画（料理等）を供給。</a:t>
            </a:r>
          </a:p>
          <a:p>
            <a:r>
              <a:t>・「手にしたい！」瞬間を捉えるPOS連携最適化</a:t>
            </a:r>
            <a:br/>
            <a:r>
              <a:t>  動画直後の商品実売上（Sales Uplift）を測定。確実な棚落ち防止と親和性による売上最大化。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全関係者が潤う収益循環モデル (Rev. Share)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◆ 広告代理店や広告主の予算を中心とした分配エコシステム:</a:t>
            </a:r>
          </a:p>
          <a:p>
            <a:r>
              <a:t>🏢 広告代理店 (Agency)</a:t>
            </a:r>
            <a:br/>
            <a:r>
              <a:t>  業界水準のマージンと、POS連携による「確実な実績データ」による提案力の向上。</a:t>
            </a:r>
          </a:p>
          <a:p>
            <a:r>
              <a:t>💰 クリエイター (Creator)</a:t>
            </a:r>
            <a:br/>
            <a:r>
              <a:t>  SNSの数倍〜50倍の単価。YouTube規約違反なく独自動画でオフライン収益を獲得。</a:t>
            </a:r>
          </a:p>
          <a:p>
            <a:r>
              <a:t>🏪 店舗 / 小売企業 (Retailer)</a:t>
            </a:r>
            <a:br/>
            <a:r>
              <a:t>  場所代としての安定した収益と、コンテンツ相乗効果による実売上のUP。</a:t>
            </a:r>
          </a:p>
          <a:p>
            <a:r>
              <a:t>⚙️ プラットフォーマー (LiteAd Owner)</a:t>
            </a:r>
            <a:br/>
            <a:r>
              <a:t>  GMO決済による自動化された徴収とDSP配信等によるプラットフォーム手数料収益。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